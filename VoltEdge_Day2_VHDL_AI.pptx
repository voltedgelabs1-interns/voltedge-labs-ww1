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58" r:id="rId7"/>
    <p:sldId id="268" r:id="rId8"/>
    <p:sldId id="267" r:id="rId9"/>
    <p:sldId id="260" r:id="rId10"/>
    <p:sldId id="261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2A6276"/>
                </a:solidFill>
              </a:defRPr>
            </a:pPr>
            <a:r>
              <a:rPr dirty="0"/>
              <a:t>Day 2: </a:t>
            </a:r>
            <a:r>
              <a:rPr lang="en-US" dirty="0"/>
              <a:t>VERILOG</a:t>
            </a:r>
            <a:r>
              <a:rPr dirty="0"/>
              <a:t> &amp; AI Acceleration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8CA387"/>
                </a:solidFill>
              </a:defRPr>
            </a:pPr>
            <a:r>
              <a:rPr dirty="0"/>
              <a:t>Skill Integration • FSM Design • Transformer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t>FSM Design: Mealy vs Moore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8CA387"/>
                </a:solidFill>
              </a:defRPr>
            </a:pPr>
            <a:r>
              <a:rPr lang="en-US" sz="1600" dirty="0"/>
              <a:t>Code for mealy: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A8C196-ED6D-6482-A9A4-729D8BB23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4" y="2248468"/>
            <a:ext cx="3787271" cy="3834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598D73-FF0F-7CB0-F9A7-4445E912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051" y="2248632"/>
            <a:ext cx="3867533" cy="38775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F12D-8AFB-AB19-4BC2-7255A8D4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D8E8-AE2D-4EAB-5786-858C123B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t>FSM Design: Mealy vs Moore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0D16A-CCA0-E407-DE66-D7B4FAE2B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8CA387"/>
                </a:solidFill>
              </a:defRPr>
            </a:pPr>
            <a:r>
              <a:rPr lang="en-US" sz="1600" dirty="0"/>
              <a:t>Code for </a:t>
            </a:r>
            <a:r>
              <a:rPr lang="en-US" sz="1600" dirty="0" err="1"/>
              <a:t>moore</a:t>
            </a:r>
            <a:r>
              <a:rPr lang="en-US" sz="1600" dirty="0"/>
              <a:t>: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C5BDDF-19E8-1FAF-E277-BD09A6952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9477"/>
            <a:ext cx="3920077" cy="37274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BEAACB-4B5D-442D-1D7D-3563EA431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122" y="1999477"/>
            <a:ext cx="4490264" cy="278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5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AA8A8-914E-B0AB-6EE7-3773A7DE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E2BA-E442-734E-DDA5-51C0F55B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t>FSM Design: Mealy vs Moore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EC033-9853-9276-BFA7-BE27545A6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8CA387"/>
                </a:solidFill>
              </a:defRPr>
            </a:pPr>
            <a:r>
              <a:rPr lang="en-US" sz="1600" dirty="0"/>
              <a:t>Testbench: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1429D-73E8-E457-22BE-E48309DD5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049"/>
            <a:ext cx="3257574" cy="45263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DDB09-2602-4CF1-C192-EC0BD658C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548" y="2057049"/>
            <a:ext cx="2792118" cy="43312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D094D2-93C9-B9CF-E096-7525D9A52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097" y="2027529"/>
            <a:ext cx="2792118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0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729F-6BFE-D996-E656-E58ACB21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B640-E574-D04B-E5C4-EABF73F5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t>FSM Design: Mealy vs Moore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49586-DB36-0E85-DF4C-E2B72E39E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Simulation result: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sz="1800" dirty="0"/>
              <a:t>In the Mealy FSM, the output depends on the current state and input, so </a:t>
            </a:r>
            <a:r>
              <a:rPr lang="en-US" sz="1800" dirty="0" err="1"/>
              <a:t>z_mealy</a:t>
            </a:r>
            <a:r>
              <a:rPr lang="en-US" sz="1800" dirty="0"/>
              <a:t> is asserted in the same clock cycle when the final 1 arrives.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sz="1800" dirty="0"/>
              <a:t>In the Moore FSM, the output depends only on the state, so </a:t>
            </a:r>
            <a:r>
              <a:rPr lang="en-US" sz="1800" dirty="0" err="1"/>
              <a:t>z_moore</a:t>
            </a:r>
            <a:r>
              <a:rPr lang="en-US" sz="1800" dirty="0"/>
              <a:t> is asserted one</a:t>
            </a:r>
            <a:r>
              <a:rPr lang="en-US" sz="1800" b="1" dirty="0"/>
              <a:t> </a:t>
            </a:r>
            <a:r>
              <a:rPr lang="en-US" sz="1800" dirty="0"/>
              <a:t>clock later, after the FSM enters the final state.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sz="1800" dirty="0"/>
              <a:t>Mealy FSM responds faster but Moore FSM provides cleaner and safer timing.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EFDA9-EFC9-ED89-64A0-9107F656E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9" y="2174997"/>
            <a:ext cx="4232635" cy="216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197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rPr dirty="0"/>
              <a:t>Blocking vs Non‑Blocking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Blocking:                                           in blocking assignment after #10 time units                   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                                                            a becomes 0 immediately and b gets the new value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                                                            of a 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Non-blocking :                                    in non-blocking assignment after #10 time units 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                                                              a becomes 0 immediately and b will become 1 that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                                                              is the old value of a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F125D9-4825-5C22-82D9-926522A0C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96" y="2067162"/>
            <a:ext cx="2399287" cy="1643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6E79A7-262A-CAA1-81BD-9ADB470D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60542"/>
            <a:ext cx="2719056" cy="1765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036EA-1010-5332-8B7F-6710F4A85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D89A-46A2-5EAA-FD14-242F22AF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rPr lang="en-US" dirty="0"/>
              <a:t>Self Checking Testbench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C540A-AADE-158E-47F3-CB296DAD5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 err="1"/>
              <a:t>Systemverilog</a:t>
            </a:r>
            <a:r>
              <a:rPr lang="en-US" dirty="0"/>
              <a:t> code : self-checking testbench implemented using concurrent assertions and golden reference model , enabling automatic pass/fail detection without manual waveform inspection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BB151-AD3F-C299-3EB8-B493BD1B1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3" y="2769675"/>
            <a:ext cx="2739012" cy="3813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1B085-C310-FFC0-A577-7BE5F41B3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602" y="2769675"/>
            <a:ext cx="2663371" cy="3912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29F55-3D62-A755-DB78-16F2CE775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235" y="2769675"/>
            <a:ext cx="3628765" cy="388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7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C60C-EF59-980B-C4F6-F565C8A0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D3BD-5EFE-B512-3B11-C0639378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rPr lang="en-IN" dirty="0"/>
              <a:t>Timing Concepts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D328F-AB67-1BD9-EB54-E6CBB7E6C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Single- cycle path 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Entire operation completes in one clock 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Fast but limits complexity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Multi- cycle path 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Operation spread over multiple cycles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Allows slower logic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False path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 Path that never toggles during real operation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Must be constrained to avoid over-optimization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Reducing Critical path delay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Pipelining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Retiming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Logic reconstructing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Register balancing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025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rPr dirty="0"/>
              <a:t>Transformer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sz="1800" dirty="0"/>
              <a:t>NVIDIA Transformer Engine is a high-performance library designed to accelerate Transformer-based deep learning models using FP8 mixed-precision arithmetic. It dynamically manages precision to improve performance and reduce memory usage while maintaining model accuracy.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sz="1800" dirty="0"/>
              <a:t>Transformers are compute and memory intensive. FP8 significantly reduces bandwidth and storage requirements, enabling faster training and inference on modern GPUs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sz="1800" dirty="0"/>
              <a:t>NVIDIA Transformer Engine 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• Full FP8 support on Hopper (H100)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• Enabled using fp8_autocast in </a:t>
            </a:r>
            <a:r>
              <a:rPr lang="en-US" dirty="0" err="1"/>
              <a:t>PyTorch</a:t>
            </a: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• Hardware‑aware software design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• Pipelining vs FP8 precision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• Timing closure vs performance tuning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dirty="0"/>
              <a:t>• Same optimization mindset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sz="1800" dirty="0"/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t>Hardware &amp; Software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Transformer engine is a hardware-software co-design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Full FP8 support requires NVDIA Hopper architecture GPUs eg:H100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Earlier architecture's (</a:t>
            </a:r>
            <a:r>
              <a:rPr lang="en-US" dirty="0" err="1"/>
              <a:t>eg:Ampere</a:t>
            </a:r>
            <a:r>
              <a:rPr lang="en-US" dirty="0"/>
              <a:t> ) can use parts of TE , does not support native FP8 Tensor core execution 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Hopper is essential because Hopper GPUs introduce FP8 Tensor cores without this hardware ,FP8 cannot deliver its promised performance or stability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 err="1"/>
              <a:t>Te’s</a:t>
            </a:r>
            <a:r>
              <a:rPr lang="en-US" dirty="0"/>
              <a:t> exists because Hopper GPUs were explicitly designed to support low-precision AI athematic efficiently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A6276"/>
                </a:solidFill>
              </a:defRPr>
            </a:pPr>
            <a:r>
              <a:rPr dirty="0"/>
              <a:t>VLSI ↔ AI Optimization Parallel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NVIDIA’s Transformer Engine(TE) and efficient VHDL design pursue the same fundamental goals that is to reduce critical path delay , minimize data movement and use resources only where they add real value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TE achieves this through FP8 precision and hardware-software co-design , while VHDL designers achieve it by reducing critical path delay , optimizing bit-widths , and efficient pipelining . </a:t>
            </a:r>
          </a:p>
          <a:p>
            <a:pPr>
              <a:defRPr sz="1800">
                <a:solidFill>
                  <a:srgbClr val="8CA387"/>
                </a:solidFill>
              </a:defRPr>
            </a:pPr>
            <a:r>
              <a:rPr lang="en-US" dirty="0"/>
              <a:t>In both cases performance comes from simplifying Datapath's without compromising functional correctness</a:t>
            </a:r>
          </a:p>
          <a:p>
            <a:pPr marL="0" indent="0">
              <a:buNone/>
              <a:defRPr sz="1800">
                <a:solidFill>
                  <a:srgbClr val="8CA387"/>
                </a:solidFill>
              </a:defRPr>
            </a:pPr>
            <a:r>
              <a:rPr lang="en-US" sz="1800" b="1" dirty="0"/>
              <a:t>One find</a:t>
            </a:r>
            <a:r>
              <a:rPr lang="en-US" sz="1800" dirty="0"/>
              <a:t>: </a:t>
            </a:r>
            <a:r>
              <a:rPr lang="en-US" sz="1900" dirty="0"/>
              <a:t>Transformer Engine decides between E4M3 and E5M2 by monitoring runtime tensor statistics and dynamically scaling values ;it uses higher-precision format when range is large and switches to precision optimized formats when values are well-bounded ,ensuring performance gains without sacrificing convergence</a:t>
            </a:r>
            <a:endParaRPr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568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Day 2: VERILOG &amp; AI Acceleration</vt:lpstr>
      <vt:lpstr>FSM Design: Mealy vs Moore</vt:lpstr>
      <vt:lpstr>FSM Design: Mealy vs Moore</vt:lpstr>
      <vt:lpstr>FSM Design: Mealy vs Moore</vt:lpstr>
      <vt:lpstr>FSM Design: Mealy vs Moore</vt:lpstr>
      <vt:lpstr>Blocking vs Non‑Blocking</vt:lpstr>
      <vt:lpstr>Self Checking Testbench</vt:lpstr>
      <vt:lpstr>Timing Concepts</vt:lpstr>
      <vt:lpstr>Transformer Engine</vt:lpstr>
      <vt:lpstr>Hardware &amp; Software Link</vt:lpstr>
      <vt:lpstr>VLSI ↔ AI Optimization Parallel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pragna</dc:creator>
  <cp:keywords/>
  <dc:description>generated using python-pptx</dc:description>
  <cp:lastModifiedBy>Narasimha Murthy</cp:lastModifiedBy>
  <cp:revision>4</cp:revision>
  <dcterms:created xsi:type="dcterms:W3CDTF">2013-01-27T09:14:16Z</dcterms:created>
  <dcterms:modified xsi:type="dcterms:W3CDTF">2026-02-05T05:42:16Z</dcterms:modified>
  <cp:category/>
</cp:coreProperties>
</file>